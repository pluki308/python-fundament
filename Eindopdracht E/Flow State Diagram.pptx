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6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4"/>
  </p:normalViewPr>
  <p:slideViewPr>
    <p:cSldViewPr snapToGrid="0">
      <p:cViewPr>
        <p:scale>
          <a:sx n="44" d="100"/>
          <a:sy n="44" d="100"/>
        </p:scale>
        <p:origin x="38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14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577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01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56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891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942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949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98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294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36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15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9E6CB-A3AB-BD48-B25A-F51A8F4084A0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E7183-66B7-224D-95FF-C2FB46FC3A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14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8D0CED-1787-01F3-1B3B-680F41921458}"/>
              </a:ext>
            </a:extLst>
          </p:cNvPr>
          <p:cNvCxnSpPr>
            <a:cxnSpLocks/>
          </p:cNvCxnSpPr>
          <p:nvPr/>
        </p:nvCxnSpPr>
        <p:spPr>
          <a:xfrm>
            <a:off x="1639140" y="448423"/>
            <a:ext cx="7342" cy="346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A8271F-2B7F-E65E-5341-C5DEFE567B60}"/>
              </a:ext>
            </a:extLst>
          </p:cNvPr>
          <p:cNvCxnSpPr>
            <a:cxnSpLocks/>
          </p:cNvCxnSpPr>
          <p:nvPr/>
        </p:nvCxnSpPr>
        <p:spPr>
          <a:xfrm>
            <a:off x="1649387" y="1633641"/>
            <a:ext cx="0" cy="430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2F5805-FE7A-5BEA-D4FE-AAB95D398F41}"/>
              </a:ext>
            </a:extLst>
          </p:cNvPr>
          <p:cNvCxnSpPr>
            <a:cxnSpLocks/>
          </p:cNvCxnSpPr>
          <p:nvPr/>
        </p:nvCxnSpPr>
        <p:spPr>
          <a:xfrm>
            <a:off x="3143313" y="2483494"/>
            <a:ext cx="667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03B6671-6C51-386E-713D-CA3E140139CA}"/>
              </a:ext>
            </a:extLst>
          </p:cNvPr>
          <p:cNvSpPr txBox="1"/>
          <p:nvPr/>
        </p:nvSpPr>
        <p:spPr>
          <a:xfrm>
            <a:off x="3153561" y="2114163"/>
            <a:ext cx="65743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1" dirty="0"/>
              <a:t>nee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F1BF38-D411-7FDC-06E7-A3171B39D3B2}"/>
              </a:ext>
            </a:extLst>
          </p:cNvPr>
          <p:cNvCxnSpPr>
            <a:cxnSpLocks/>
          </p:cNvCxnSpPr>
          <p:nvPr/>
        </p:nvCxnSpPr>
        <p:spPr>
          <a:xfrm>
            <a:off x="1639140" y="2903044"/>
            <a:ext cx="0" cy="428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3E72ED-AC79-FC99-B364-F64703F1AF9E}"/>
              </a:ext>
            </a:extLst>
          </p:cNvPr>
          <p:cNvSpPr txBox="1"/>
          <p:nvPr/>
        </p:nvSpPr>
        <p:spPr>
          <a:xfrm>
            <a:off x="1673282" y="2928150"/>
            <a:ext cx="65743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1" dirty="0" err="1"/>
              <a:t>ja</a:t>
            </a:r>
            <a:endParaRPr lang="en-GB" sz="180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A389A5-C99B-5119-7744-20645D8F7A15}"/>
              </a:ext>
            </a:extLst>
          </p:cNvPr>
          <p:cNvCxnSpPr>
            <a:cxnSpLocks/>
          </p:cNvCxnSpPr>
          <p:nvPr/>
        </p:nvCxnSpPr>
        <p:spPr>
          <a:xfrm>
            <a:off x="3143313" y="3752897"/>
            <a:ext cx="667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E019BD5-2F79-6499-3377-3B946CC13EE4}"/>
              </a:ext>
            </a:extLst>
          </p:cNvPr>
          <p:cNvSpPr txBox="1"/>
          <p:nvPr/>
        </p:nvSpPr>
        <p:spPr>
          <a:xfrm>
            <a:off x="3153561" y="3383563"/>
            <a:ext cx="65743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1" dirty="0"/>
              <a:t>nee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C3C1791-85A0-14D0-2BB9-73114AAB645E}"/>
              </a:ext>
            </a:extLst>
          </p:cNvPr>
          <p:cNvCxnSpPr>
            <a:cxnSpLocks/>
          </p:cNvCxnSpPr>
          <p:nvPr/>
        </p:nvCxnSpPr>
        <p:spPr>
          <a:xfrm>
            <a:off x="1639140" y="4164150"/>
            <a:ext cx="0" cy="428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D8A7BFF-9180-0850-9DB1-AAF86381E5CE}"/>
              </a:ext>
            </a:extLst>
          </p:cNvPr>
          <p:cNvSpPr txBox="1"/>
          <p:nvPr/>
        </p:nvSpPr>
        <p:spPr>
          <a:xfrm>
            <a:off x="1673282" y="4189253"/>
            <a:ext cx="65743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1" dirty="0" err="1"/>
              <a:t>ja</a:t>
            </a:r>
            <a:endParaRPr lang="en-GB" sz="180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5F9936-6AB9-4BDB-F9E8-F25B49C314B4}"/>
              </a:ext>
            </a:extLst>
          </p:cNvPr>
          <p:cNvCxnSpPr>
            <a:cxnSpLocks/>
          </p:cNvCxnSpPr>
          <p:nvPr/>
        </p:nvCxnSpPr>
        <p:spPr>
          <a:xfrm>
            <a:off x="1648308" y="5420237"/>
            <a:ext cx="0" cy="428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65ABDB-7F34-294E-F818-79EA4E65360F}"/>
              </a:ext>
            </a:extLst>
          </p:cNvPr>
          <p:cNvCxnSpPr>
            <a:cxnSpLocks/>
          </p:cNvCxnSpPr>
          <p:nvPr/>
        </p:nvCxnSpPr>
        <p:spPr>
          <a:xfrm>
            <a:off x="3364918" y="6262791"/>
            <a:ext cx="667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65418B2-1CD7-2267-A0ED-E6B17B87AD6E}"/>
              </a:ext>
            </a:extLst>
          </p:cNvPr>
          <p:cNvCxnSpPr>
            <a:cxnSpLocks/>
          </p:cNvCxnSpPr>
          <p:nvPr/>
        </p:nvCxnSpPr>
        <p:spPr>
          <a:xfrm>
            <a:off x="1667776" y="6682773"/>
            <a:ext cx="0" cy="428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39382F-8B42-B95D-B749-13F3896A7B8D}"/>
              </a:ext>
            </a:extLst>
          </p:cNvPr>
          <p:cNvCxnSpPr>
            <a:cxnSpLocks/>
          </p:cNvCxnSpPr>
          <p:nvPr/>
        </p:nvCxnSpPr>
        <p:spPr>
          <a:xfrm>
            <a:off x="3312385" y="7520932"/>
            <a:ext cx="6676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26373B6-39CA-B96C-FB52-2329DFFDD941}"/>
              </a:ext>
            </a:extLst>
          </p:cNvPr>
          <p:cNvSpPr txBox="1"/>
          <p:nvPr/>
        </p:nvSpPr>
        <p:spPr>
          <a:xfrm>
            <a:off x="3322633" y="7151598"/>
            <a:ext cx="65743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1" dirty="0"/>
              <a:t>nee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5126B6A-72EC-32D7-24E6-63D94AA20748}"/>
              </a:ext>
            </a:extLst>
          </p:cNvPr>
          <p:cNvCxnSpPr>
            <a:cxnSpLocks/>
          </p:cNvCxnSpPr>
          <p:nvPr/>
        </p:nvCxnSpPr>
        <p:spPr>
          <a:xfrm>
            <a:off x="1667776" y="7941765"/>
            <a:ext cx="0" cy="428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BA2C21A-8DD6-C328-5E37-92956E1EBF5F}"/>
              </a:ext>
            </a:extLst>
          </p:cNvPr>
          <p:cNvSpPr txBox="1"/>
          <p:nvPr/>
        </p:nvSpPr>
        <p:spPr>
          <a:xfrm>
            <a:off x="1701918" y="7966868"/>
            <a:ext cx="65743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1" dirty="0" err="1"/>
              <a:t>ja</a:t>
            </a:r>
            <a:endParaRPr lang="en-GB" sz="1801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938AA01-4971-1013-84E4-583A6F8AC87C}"/>
              </a:ext>
            </a:extLst>
          </p:cNvPr>
          <p:cNvCxnSpPr>
            <a:cxnSpLocks/>
          </p:cNvCxnSpPr>
          <p:nvPr/>
        </p:nvCxnSpPr>
        <p:spPr>
          <a:xfrm>
            <a:off x="1667776" y="9199907"/>
            <a:ext cx="0" cy="428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B7CB25F-408D-7C7D-AE81-BD31F08E9183}"/>
              </a:ext>
            </a:extLst>
          </p:cNvPr>
          <p:cNvCxnSpPr>
            <a:cxnSpLocks/>
          </p:cNvCxnSpPr>
          <p:nvPr/>
        </p:nvCxnSpPr>
        <p:spPr>
          <a:xfrm>
            <a:off x="3334181" y="10047639"/>
            <a:ext cx="5812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85B58D9-796F-B544-13B1-B9E3F14EFA26}"/>
              </a:ext>
            </a:extLst>
          </p:cNvPr>
          <p:cNvCxnSpPr>
            <a:cxnSpLocks/>
          </p:cNvCxnSpPr>
          <p:nvPr/>
        </p:nvCxnSpPr>
        <p:spPr>
          <a:xfrm>
            <a:off x="1679812" y="10461132"/>
            <a:ext cx="0" cy="428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AB65741-DB2F-2410-2E8D-536F6A8BF9AA}"/>
              </a:ext>
            </a:extLst>
          </p:cNvPr>
          <p:cNvCxnSpPr>
            <a:cxnSpLocks/>
          </p:cNvCxnSpPr>
          <p:nvPr/>
        </p:nvCxnSpPr>
        <p:spPr>
          <a:xfrm>
            <a:off x="3415938" y="11322731"/>
            <a:ext cx="5812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0CDA5616-00E5-B175-40EB-D9BEA760B6B9}"/>
              </a:ext>
            </a:extLst>
          </p:cNvPr>
          <p:cNvSpPr/>
          <p:nvPr/>
        </p:nvSpPr>
        <p:spPr>
          <a:xfrm>
            <a:off x="1282046" y="198783"/>
            <a:ext cx="728869" cy="26788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72445E5-F1C5-1D9E-E905-799B28BE2A14}"/>
              </a:ext>
            </a:extLst>
          </p:cNvPr>
          <p:cNvSpPr/>
          <p:nvPr/>
        </p:nvSpPr>
        <p:spPr>
          <a:xfrm>
            <a:off x="3997169" y="11188787"/>
            <a:ext cx="728869" cy="26788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end</a:t>
            </a:r>
          </a:p>
        </p:txBody>
      </p:sp>
      <p:sp>
        <p:nvSpPr>
          <p:cNvPr id="62" name="Data 61">
            <a:extLst>
              <a:ext uri="{FF2B5EF4-FFF2-40B4-BE49-F238E27FC236}">
                <a16:creationId xmlns:a16="http://schemas.microsoft.com/office/drawing/2014/main" id="{73A23ECC-A5FB-5E52-C913-AFD265D5A95E}"/>
              </a:ext>
            </a:extLst>
          </p:cNvPr>
          <p:cNvSpPr/>
          <p:nvPr/>
        </p:nvSpPr>
        <p:spPr>
          <a:xfrm>
            <a:off x="3518905" y="2063947"/>
            <a:ext cx="2829755" cy="84146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/>
              <a:t>Toon '</a:t>
            </a:r>
            <a:r>
              <a:rPr lang="en-GB" sz="1801" dirty="0" err="1"/>
              <a:t>Nog</a:t>
            </a:r>
            <a:r>
              <a:rPr lang="en-GB" sz="1801" dirty="0"/>
              <a:t> </a:t>
            </a:r>
            <a:r>
              <a:rPr lang="en-GB" sz="1801" dirty="0" err="1"/>
              <a:t>niets</a:t>
            </a:r>
            <a:r>
              <a:rPr lang="en-GB" sz="1801" dirty="0"/>
              <a:t> </a:t>
            </a:r>
            <a:r>
              <a:rPr lang="en-GB" sz="1801" dirty="0" err="1"/>
              <a:t>geselecteerd</a:t>
            </a:r>
            <a:r>
              <a:rPr lang="en-GB" sz="1801" dirty="0"/>
              <a:t>'</a:t>
            </a:r>
          </a:p>
        </p:txBody>
      </p:sp>
      <p:sp>
        <p:nvSpPr>
          <p:cNvPr id="63" name="Data 62">
            <a:extLst>
              <a:ext uri="{FF2B5EF4-FFF2-40B4-BE49-F238E27FC236}">
                <a16:creationId xmlns:a16="http://schemas.microsoft.com/office/drawing/2014/main" id="{B3D378C0-DD15-733E-9EEF-9A6EC39D4DA2}"/>
              </a:ext>
            </a:extLst>
          </p:cNvPr>
          <p:cNvSpPr/>
          <p:nvPr/>
        </p:nvSpPr>
        <p:spPr>
          <a:xfrm>
            <a:off x="3521214" y="3347790"/>
            <a:ext cx="2829755" cy="84146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/>
              <a:t>Toon '</a:t>
            </a:r>
            <a:r>
              <a:rPr lang="en-GB" sz="1801" dirty="0" err="1"/>
              <a:t>Nog</a:t>
            </a:r>
            <a:r>
              <a:rPr lang="en-GB" sz="1801" dirty="0"/>
              <a:t> </a:t>
            </a:r>
            <a:r>
              <a:rPr lang="en-GB" sz="1801" dirty="0" err="1"/>
              <a:t>niets</a:t>
            </a:r>
            <a:r>
              <a:rPr lang="en-GB" sz="1801" dirty="0"/>
              <a:t> </a:t>
            </a:r>
            <a:r>
              <a:rPr lang="en-GB" sz="1801" dirty="0" err="1"/>
              <a:t>geselecteerd</a:t>
            </a:r>
            <a:r>
              <a:rPr lang="en-GB" sz="1801" dirty="0"/>
              <a:t>'</a:t>
            </a:r>
          </a:p>
        </p:txBody>
      </p:sp>
      <p:sp>
        <p:nvSpPr>
          <p:cNvPr id="64" name="Data 63">
            <a:extLst>
              <a:ext uri="{FF2B5EF4-FFF2-40B4-BE49-F238E27FC236}">
                <a16:creationId xmlns:a16="http://schemas.microsoft.com/office/drawing/2014/main" id="{43F3FD7B-468D-FBAB-B14D-4FE558B57C90}"/>
              </a:ext>
            </a:extLst>
          </p:cNvPr>
          <p:cNvSpPr/>
          <p:nvPr/>
        </p:nvSpPr>
        <p:spPr>
          <a:xfrm>
            <a:off x="3749650" y="5938771"/>
            <a:ext cx="2175334" cy="84146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/>
              <a:t>Maak </a:t>
            </a:r>
            <a:r>
              <a:rPr lang="en-GB" sz="1801" dirty="0" err="1"/>
              <a:t>Klant</a:t>
            </a:r>
            <a:r>
              <a:rPr lang="en-GB" sz="1801" dirty="0"/>
              <a:t> object</a:t>
            </a:r>
          </a:p>
        </p:txBody>
      </p:sp>
      <p:sp>
        <p:nvSpPr>
          <p:cNvPr id="65" name="Data 64">
            <a:extLst>
              <a:ext uri="{FF2B5EF4-FFF2-40B4-BE49-F238E27FC236}">
                <a16:creationId xmlns:a16="http://schemas.microsoft.com/office/drawing/2014/main" id="{4F6E8614-E923-38F5-8290-5F85CAC2037C}"/>
              </a:ext>
            </a:extLst>
          </p:cNvPr>
          <p:cNvSpPr/>
          <p:nvPr/>
        </p:nvSpPr>
        <p:spPr>
          <a:xfrm>
            <a:off x="3704872" y="7115495"/>
            <a:ext cx="2746581" cy="84146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 err="1"/>
              <a:t>Transactie</a:t>
            </a:r>
            <a:r>
              <a:rPr lang="en-GB" sz="1801" dirty="0"/>
              <a:t> </a:t>
            </a:r>
            <a:r>
              <a:rPr lang="en-GB" sz="1801" dirty="0" err="1"/>
              <a:t>mislukt</a:t>
            </a:r>
            <a:r>
              <a:rPr lang="en-GB" sz="1801" dirty="0"/>
              <a:t>, </a:t>
            </a:r>
            <a:r>
              <a:rPr lang="en-GB" sz="1801" dirty="0" err="1"/>
              <a:t>schrijf</a:t>
            </a:r>
            <a:r>
              <a:rPr lang="en-GB" sz="1801" dirty="0"/>
              <a:t> </a:t>
            </a:r>
            <a:r>
              <a:rPr lang="en-GB" sz="1801" dirty="0" err="1"/>
              <a:t>naar</a:t>
            </a:r>
            <a:r>
              <a:rPr lang="en-GB" sz="1801" dirty="0"/>
              <a:t> </a:t>
            </a:r>
            <a:r>
              <a:rPr lang="en-GB" sz="1801" dirty="0" err="1"/>
              <a:t>bestand</a:t>
            </a:r>
            <a:endParaRPr lang="en-GB" sz="1801" dirty="0"/>
          </a:p>
        </p:txBody>
      </p:sp>
      <p:sp>
        <p:nvSpPr>
          <p:cNvPr id="66" name="Data 65">
            <a:extLst>
              <a:ext uri="{FF2B5EF4-FFF2-40B4-BE49-F238E27FC236}">
                <a16:creationId xmlns:a16="http://schemas.microsoft.com/office/drawing/2014/main" id="{E5E7DAA4-DCF2-F219-7B2A-533BB4BAC3C1}"/>
              </a:ext>
            </a:extLst>
          </p:cNvPr>
          <p:cNvSpPr/>
          <p:nvPr/>
        </p:nvSpPr>
        <p:spPr>
          <a:xfrm>
            <a:off x="3581571" y="9623945"/>
            <a:ext cx="3206530" cy="84146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/>
              <a:t>Tel tickets </a:t>
            </a:r>
            <a:r>
              <a:rPr lang="en-GB" sz="1801" dirty="0" err="1"/>
              <a:t>en</a:t>
            </a:r>
            <a:r>
              <a:rPr lang="en-GB" sz="1801" dirty="0"/>
              <a:t> </a:t>
            </a:r>
            <a:r>
              <a:rPr lang="en-GB" sz="1801" dirty="0" err="1"/>
              <a:t>klanten</a:t>
            </a:r>
            <a:r>
              <a:rPr lang="en-GB" sz="1801" dirty="0"/>
              <a:t> per film, update GUI</a:t>
            </a:r>
          </a:p>
        </p:txBody>
      </p:sp>
      <p:sp>
        <p:nvSpPr>
          <p:cNvPr id="67" name="Decision 66">
            <a:extLst>
              <a:ext uri="{FF2B5EF4-FFF2-40B4-BE49-F238E27FC236}">
                <a16:creationId xmlns:a16="http://schemas.microsoft.com/office/drawing/2014/main" id="{377CE64C-C994-E2AF-B850-6EA5D84312D1}"/>
              </a:ext>
            </a:extLst>
          </p:cNvPr>
          <p:cNvSpPr/>
          <p:nvPr/>
        </p:nvSpPr>
        <p:spPr>
          <a:xfrm>
            <a:off x="127871" y="797626"/>
            <a:ext cx="3015701" cy="838433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/>
              <a:t>Open GUI - Frame </a:t>
            </a:r>
            <a:r>
              <a:rPr lang="en-GB" sz="1801" dirty="0" err="1"/>
              <a:t>Kopen</a:t>
            </a:r>
            <a:endParaRPr lang="en-GB" sz="1801" dirty="0"/>
          </a:p>
        </p:txBody>
      </p:sp>
      <p:sp>
        <p:nvSpPr>
          <p:cNvPr id="68" name="Decision 67">
            <a:extLst>
              <a:ext uri="{FF2B5EF4-FFF2-40B4-BE49-F238E27FC236}">
                <a16:creationId xmlns:a16="http://schemas.microsoft.com/office/drawing/2014/main" id="{AF2E193A-2944-24BD-08D3-96A52C295BA0}"/>
              </a:ext>
            </a:extLst>
          </p:cNvPr>
          <p:cNvSpPr/>
          <p:nvPr/>
        </p:nvSpPr>
        <p:spPr>
          <a:xfrm>
            <a:off x="134960" y="2059207"/>
            <a:ext cx="3015701" cy="838433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 err="1"/>
              <a:t>Selecteer</a:t>
            </a:r>
            <a:r>
              <a:rPr lang="en-GB" sz="1801" dirty="0"/>
              <a:t> Film?</a:t>
            </a:r>
          </a:p>
        </p:txBody>
      </p:sp>
      <p:sp>
        <p:nvSpPr>
          <p:cNvPr id="69" name="Decision 68">
            <a:extLst>
              <a:ext uri="{FF2B5EF4-FFF2-40B4-BE49-F238E27FC236}">
                <a16:creationId xmlns:a16="http://schemas.microsoft.com/office/drawing/2014/main" id="{DDDA5EB2-AEF2-1608-06CA-9B728538C85A}"/>
              </a:ext>
            </a:extLst>
          </p:cNvPr>
          <p:cNvSpPr/>
          <p:nvPr/>
        </p:nvSpPr>
        <p:spPr>
          <a:xfrm>
            <a:off x="130342" y="3319804"/>
            <a:ext cx="3015701" cy="838433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 err="1"/>
              <a:t>Selecteer</a:t>
            </a:r>
            <a:r>
              <a:rPr lang="en-GB" sz="1801" dirty="0"/>
              <a:t> </a:t>
            </a:r>
            <a:r>
              <a:rPr lang="en-GB" sz="1801" dirty="0" err="1"/>
              <a:t>Tijdslot</a:t>
            </a:r>
            <a:r>
              <a:rPr lang="en-GB" sz="1801" dirty="0"/>
              <a:t>?</a:t>
            </a:r>
          </a:p>
        </p:txBody>
      </p:sp>
      <p:sp>
        <p:nvSpPr>
          <p:cNvPr id="70" name="Decision 69">
            <a:extLst>
              <a:ext uri="{FF2B5EF4-FFF2-40B4-BE49-F238E27FC236}">
                <a16:creationId xmlns:a16="http://schemas.microsoft.com/office/drawing/2014/main" id="{37E36BA3-7AA8-5BD3-A6C5-EB41D44E40F8}"/>
              </a:ext>
            </a:extLst>
          </p:cNvPr>
          <p:cNvSpPr/>
          <p:nvPr/>
        </p:nvSpPr>
        <p:spPr>
          <a:xfrm>
            <a:off x="134960" y="4581804"/>
            <a:ext cx="3015701" cy="838433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 err="1"/>
              <a:t>Voer</a:t>
            </a:r>
            <a:r>
              <a:rPr lang="en-GB" sz="1801" dirty="0"/>
              <a:t> </a:t>
            </a:r>
            <a:r>
              <a:rPr lang="en-GB" sz="1801" dirty="0" err="1"/>
              <a:t>aantal</a:t>
            </a:r>
            <a:r>
              <a:rPr lang="en-GB" sz="1801" dirty="0"/>
              <a:t> tickets in</a:t>
            </a:r>
          </a:p>
        </p:txBody>
      </p:sp>
      <p:sp>
        <p:nvSpPr>
          <p:cNvPr id="71" name="Decision 70">
            <a:extLst>
              <a:ext uri="{FF2B5EF4-FFF2-40B4-BE49-F238E27FC236}">
                <a16:creationId xmlns:a16="http://schemas.microsoft.com/office/drawing/2014/main" id="{AAEBD200-5329-28A2-C0B1-8A4523A783B0}"/>
              </a:ext>
            </a:extLst>
          </p:cNvPr>
          <p:cNvSpPr/>
          <p:nvPr/>
        </p:nvSpPr>
        <p:spPr>
          <a:xfrm>
            <a:off x="-23227" y="5844336"/>
            <a:ext cx="3368253" cy="838433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/>
              <a:t>Koop knop/</a:t>
            </a:r>
            <a:r>
              <a:rPr lang="en-GB" sz="1801" dirty="0" err="1"/>
              <a:t>simuleer</a:t>
            </a:r>
            <a:endParaRPr lang="en-GB" sz="1801" dirty="0"/>
          </a:p>
        </p:txBody>
      </p:sp>
      <p:sp>
        <p:nvSpPr>
          <p:cNvPr id="72" name="Decision 71">
            <a:extLst>
              <a:ext uri="{FF2B5EF4-FFF2-40B4-BE49-F238E27FC236}">
                <a16:creationId xmlns:a16="http://schemas.microsoft.com/office/drawing/2014/main" id="{4C405BA5-C969-BA67-73DF-AEF21B6005BD}"/>
              </a:ext>
            </a:extLst>
          </p:cNvPr>
          <p:cNvSpPr/>
          <p:nvPr/>
        </p:nvSpPr>
        <p:spPr>
          <a:xfrm>
            <a:off x="-16351" y="7106545"/>
            <a:ext cx="3368253" cy="838433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 err="1"/>
              <a:t>Totale</a:t>
            </a:r>
            <a:r>
              <a:rPr lang="en-GB" sz="1801" dirty="0"/>
              <a:t> tickets &lt;= </a:t>
            </a:r>
            <a:r>
              <a:rPr lang="en-GB" sz="1801" dirty="0" err="1"/>
              <a:t>Capaciteit</a:t>
            </a:r>
            <a:r>
              <a:rPr lang="en-GB" sz="1801" dirty="0"/>
              <a:t>?</a:t>
            </a:r>
          </a:p>
        </p:txBody>
      </p:sp>
      <p:sp>
        <p:nvSpPr>
          <p:cNvPr id="75" name="Data 74">
            <a:extLst>
              <a:ext uri="{FF2B5EF4-FFF2-40B4-BE49-F238E27FC236}">
                <a16:creationId xmlns:a16="http://schemas.microsoft.com/office/drawing/2014/main" id="{8D77B4F4-7DC0-C5EC-D3CD-A44724A77BEC}"/>
              </a:ext>
            </a:extLst>
          </p:cNvPr>
          <p:cNvSpPr/>
          <p:nvPr/>
        </p:nvSpPr>
        <p:spPr>
          <a:xfrm>
            <a:off x="530946" y="8367224"/>
            <a:ext cx="4112930" cy="841463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 err="1"/>
              <a:t>Transactie</a:t>
            </a:r>
            <a:r>
              <a:rPr lang="en-GB" sz="1801" dirty="0"/>
              <a:t> </a:t>
            </a:r>
            <a:r>
              <a:rPr lang="en-GB" sz="1801" dirty="0" err="1"/>
              <a:t>succesvol</a:t>
            </a:r>
            <a:r>
              <a:rPr lang="en-GB" sz="1801" dirty="0"/>
              <a:t>, update </a:t>
            </a:r>
            <a:r>
              <a:rPr lang="en-GB" sz="1801" dirty="0" err="1"/>
              <a:t>capaciteit</a:t>
            </a:r>
            <a:r>
              <a:rPr lang="en-GB" sz="1801" dirty="0"/>
              <a:t>, </a:t>
            </a:r>
            <a:r>
              <a:rPr lang="en-GB" sz="1801" dirty="0" err="1"/>
              <a:t>schrijf</a:t>
            </a:r>
            <a:r>
              <a:rPr lang="en-GB" sz="1801" dirty="0"/>
              <a:t> </a:t>
            </a:r>
            <a:r>
              <a:rPr lang="en-GB" sz="1801" dirty="0" err="1"/>
              <a:t>naar</a:t>
            </a:r>
            <a:r>
              <a:rPr lang="en-GB" sz="1801" dirty="0"/>
              <a:t> </a:t>
            </a:r>
            <a:r>
              <a:rPr lang="en-GB" sz="1801" dirty="0" err="1"/>
              <a:t>bestand</a:t>
            </a:r>
            <a:endParaRPr lang="en-GB" sz="1801" dirty="0"/>
          </a:p>
        </p:txBody>
      </p:sp>
      <p:sp>
        <p:nvSpPr>
          <p:cNvPr id="76" name="Decision 75">
            <a:extLst>
              <a:ext uri="{FF2B5EF4-FFF2-40B4-BE49-F238E27FC236}">
                <a16:creationId xmlns:a16="http://schemas.microsoft.com/office/drawing/2014/main" id="{314C14AF-6560-5D68-3BA2-B7566F7B6E25}"/>
              </a:ext>
            </a:extLst>
          </p:cNvPr>
          <p:cNvSpPr/>
          <p:nvPr/>
        </p:nvSpPr>
        <p:spPr>
          <a:xfrm>
            <a:off x="-4315" y="9633787"/>
            <a:ext cx="3368253" cy="838433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 err="1"/>
              <a:t>Analyseer</a:t>
            </a:r>
            <a:r>
              <a:rPr lang="en-GB" sz="1801" dirty="0"/>
              <a:t> knop?</a:t>
            </a:r>
          </a:p>
        </p:txBody>
      </p:sp>
      <p:sp>
        <p:nvSpPr>
          <p:cNvPr id="77" name="Decision 76">
            <a:extLst>
              <a:ext uri="{FF2B5EF4-FFF2-40B4-BE49-F238E27FC236}">
                <a16:creationId xmlns:a16="http://schemas.microsoft.com/office/drawing/2014/main" id="{D87DA872-FA00-1F85-FB6E-1CDA3E9411FD}"/>
              </a:ext>
            </a:extLst>
          </p:cNvPr>
          <p:cNvSpPr/>
          <p:nvPr/>
        </p:nvSpPr>
        <p:spPr>
          <a:xfrm>
            <a:off x="17791" y="10905144"/>
            <a:ext cx="3368253" cy="838433"/>
          </a:xfrm>
          <a:prstGeom prst="flowChartDecisio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801" dirty="0"/>
              <a:t>Stop knop?</a:t>
            </a:r>
          </a:p>
        </p:txBody>
      </p:sp>
    </p:spTree>
    <p:extLst>
      <p:ext uri="{BB962C8B-B14F-4D97-AF65-F5344CB8AC3E}">
        <p14:creationId xmlns:p14="http://schemas.microsoft.com/office/powerpoint/2010/main" val="316915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FEE2-E327-63C7-795C-1CA4CD99B7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Flow state diagram </a:t>
            </a:r>
            <a:r>
              <a:rPr lang="en-GB" dirty="0" err="1"/>
              <a:t>pluk</a:t>
            </a:r>
            <a:r>
              <a:rPr lang="en-GB" dirty="0"/>
              <a:t> code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C1319-80CC-5BF2-E5AB-C377AAE43D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pluk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2265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81</Words>
  <Application>Microsoft Macintosh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Flow state diagram pluk code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Pluk van den Donker | Leerling Het College</dc:creator>
  <cp:lastModifiedBy>Pluk van den Donker | Leerling Het College</cp:lastModifiedBy>
  <cp:revision>7</cp:revision>
  <dcterms:created xsi:type="dcterms:W3CDTF">2026-01-09T17:56:01Z</dcterms:created>
  <dcterms:modified xsi:type="dcterms:W3CDTF">2026-01-09T18:29:25Z</dcterms:modified>
</cp:coreProperties>
</file>